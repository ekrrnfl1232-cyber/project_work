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2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694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968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587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8179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5996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1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73762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68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154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817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7255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770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30406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61335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48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32661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4389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611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8167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04488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7653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6931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5420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6923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1919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6229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98930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412ED3-49CC-085B-CA1D-A45957CDB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7F19E0-4E73-FFD7-9263-CC7E6CBD3B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DC5932-6C59-334E-343F-4CF72D75B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84A678-F9A0-AC41-ACED-3CB15354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BD5E9-45CA-0868-23DE-E355B90D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68879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C1B65-8791-FAEE-A1E2-E35932551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728DD8-2670-1D11-7A9E-B5365B4B1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AC05A-3A24-1B15-E036-5D6D5FA94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F3901F-292E-6D67-5512-F1F54175B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B299BC-D5B0-3AB0-4779-9944C87C0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672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111957BF-5B7B-4632-B9C3-3AA61F8E2C07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D66CD8CD-BCFC-486C-8906-C612DB7364F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9894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3CD3A5-4E88-180C-5725-81F510EAAC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게임개발 </a:t>
            </a:r>
            <a:r>
              <a:rPr lang="ko-KR" altLang="en-US" dirty="0" err="1"/>
              <a:t>포토폴리오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FF6E5A7-BF30-5B94-4971-8414470435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박지호</a:t>
            </a:r>
          </a:p>
        </p:txBody>
      </p:sp>
    </p:spTree>
    <p:extLst>
      <p:ext uri="{BB962C8B-B14F-4D97-AF65-F5344CB8AC3E}">
        <p14:creationId xmlns:p14="http://schemas.microsoft.com/office/powerpoint/2010/main" val="1047392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A91FC-BDBF-4FED-CCA8-440B13D2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상태 패턴을 활용한 플레이어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FCEFA7-1135-C470-7CE0-2DE05E4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1926818"/>
      </p:ext>
    </p:extLst>
  </p:cSld>
  <p:clrMapOvr>
    <a:masterClrMapping/>
  </p:clrMapOvr>
</p:sld>
</file>

<file path=ppt/theme/theme1.xml><?xml version="1.0" encoding="utf-8"?>
<a:theme xmlns:a="http://schemas.openxmlformats.org/drawingml/2006/main" name="어두운 그라데이션">
  <a:themeElements>
    <a:clrScheme name="어두운 그라데이션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267</TotalTime>
  <Words>8</Words>
  <Application>Microsoft Office PowerPoint</Application>
  <PresentationFormat>와이드스크린</PresentationFormat>
  <Paragraphs>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Aptos</vt:lpstr>
      <vt:lpstr>Arial</vt:lpstr>
      <vt:lpstr>Arial Nova Light</vt:lpstr>
      <vt:lpstr>어두운 그라데이션</vt:lpstr>
      <vt:lpstr>게임개발 포토폴리오</vt:lpstr>
      <vt:lpstr>상태 패턴을 활용한 플레이어 구현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2</cp:revision>
  <dcterms:created xsi:type="dcterms:W3CDTF">2026-09-09T23:44:39Z</dcterms:created>
  <dcterms:modified xsi:type="dcterms:W3CDTF">2026-09-10T04:12:33Z</dcterms:modified>
</cp:coreProperties>
</file>