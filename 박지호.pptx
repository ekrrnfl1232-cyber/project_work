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12ED3-49CC-085B-CA1D-A45957CDB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7F19E0-4E73-FFD7-9263-CC7E6CBD3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C5932-6C59-334E-343F-4CF72D75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84A678-F9A0-AC41-ACED-3CB15354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BD5E9-45CA-0868-23DE-E355B90D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10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C1B65-8791-FAEE-A1E2-E3593255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28DD8-2670-1D11-7A9E-B5365B4B1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AC05A-3A24-1B15-E036-5D6D5FA9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3901F-292E-6D67-5512-F1F54175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299BC-D5B0-3AB0-4779-9944C87C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94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55410-8B51-8BC7-06BE-32886AAA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6F01E-9AF5-3162-0712-5813693F9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54974-7091-1BDD-6945-642DCF19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9C2AE6-FD6A-7224-2E78-9104804E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F760D-EB6C-1AC5-416B-B7EA3A63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4F61D-9300-F04E-2676-B4772FA8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A1E2F-1F91-A041-B58F-BB7C34086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487E0-BE80-5C77-A9F6-7F50AA704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CFA2A4-B0F7-718B-C467-D0D8FBFC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7B3AC3-32E7-92CF-F3D5-112EE244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4C2B5-A83B-B1A1-712F-A664E3C9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02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7D625-7322-413E-C05A-6DD8B4B3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9F4847-F453-7A42-7851-17E8DE9A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5916F-E851-F566-4717-96F12C58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767501-5A99-BE5B-D7FC-0532E3204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52620A-C71C-F7F3-3796-14687A0F5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A42720-9E5F-E441-DFFA-F9B4C91B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F00B1B-E526-A222-D921-B0498C6C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FF1E6D-90B0-BD75-0FAB-429E062B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26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789C5-1880-9DAA-9C13-4CE8826F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1B0E41-4092-1B1E-D6EC-EF72E736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04BEC0-FCC3-C157-C598-9EB6B70B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E8C82E-044B-6180-9F09-3ADB7D5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50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1BE0D6-B7E9-A293-DAFD-951A2B49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FAD1A4-0D9A-87C2-9528-96B53A56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377C2-92B6-443A-F6D9-08759A2E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34F78-0309-5B6D-584F-C5518265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2C4DA-FF81-1F95-64F8-A0987CB48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9CB931-0627-A9D4-F5DA-5FE49786C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E9BA9F-CF41-B22E-70CB-7FE1F2F3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8A9173-5658-9675-8B7B-3E1328C4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2609E1-D443-6D39-B4DD-1E013917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88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04668-6B1C-FF23-38C5-248C5164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1A795D-69EB-A359-28F0-7419E8318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5A7063-9D81-69A0-C7A1-DD2AFBD2E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BCF8C4-DC78-DC21-C327-3855B2FE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7AC83A-8580-2EEE-6EC4-3D3A433F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48BA0-9836-A2EF-F298-D7A80B83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34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7C1A6-CC92-0214-38DF-E74A8F17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B5C8D0-FEDA-1D99-E971-5631BF990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B82EB3-BC8D-718C-D85E-7E912C7F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2D8093-C7B9-F571-D6E2-92D9AB7F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3CF439-7F5C-B003-9B2C-C3C6A168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28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4DC121-84AE-FE54-A5AD-C255E8D88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FC9180-6158-552E-8E50-2E57C02EC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DF5BC-72AF-4E05-58C6-190CB69F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B2423C-D6F8-63D6-08F3-AC4FFB1A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AA548-0D6C-1C84-D821-5CDD366D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52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25BD36-EFE0-BEDE-EFE8-21670F92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4BE3C-8B22-41AE-8E4B-561D468C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D123A-FFD6-69D2-4808-E9B645118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957BF-5B7B-4632-B9C3-3AA61F8E2C0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75530-D99F-2073-D02B-2FEF75743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E2E64-C768-1913-1E29-67BAD2E58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D8CD-BCFC-486C-8906-C612DB7364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26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CD3A5-4E88-180C-5725-81F510EAA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게임개발 </a:t>
            </a:r>
            <a:r>
              <a:rPr lang="ko-KR" altLang="en-US" dirty="0" err="1"/>
              <a:t>포토폴리오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F6E5A7-BF30-5B94-4971-841447043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박지호</a:t>
            </a:r>
          </a:p>
        </p:txBody>
      </p:sp>
    </p:spTree>
    <p:extLst>
      <p:ext uri="{BB962C8B-B14F-4D97-AF65-F5344CB8AC3E}">
        <p14:creationId xmlns:p14="http://schemas.microsoft.com/office/powerpoint/2010/main" val="104739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A91FC-BDBF-4FED-CCA8-440B13D2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CEFA7-1135-C470-7CE0-2DE05E4C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926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게임개발 포토폴리오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2026-09-09T23:44:39Z</dcterms:created>
  <dcterms:modified xsi:type="dcterms:W3CDTF">2026-09-09T23:44:40Z</dcterms:modified>
</cp:coreProperties>
</file>